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4" d="100"/>
          <a:sy n="84" d="100"/>
        </p:scale>
        <p:origin x="3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CB8B5-9158-EC49-AEAF-A16CE5261880}" type="datetimeFigureOut">
              <a:rPr lang="en-TH" smtClean="0"/>
              <a:t>12/12/2025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89F6-1CF5-4A47-865F-A60C67A47A7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272342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CB8B5-9158-EC49-AEAF-A16CE5261880}" type="datetimeFigureOut">
              <a:rPr lang="en-TH" smtClean="0"/>
              <a:t>12/12/2025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89F6-1CF5-4A47-865F-A60C67A47A7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19971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CB8B5-9158-EC49-AEAF-A16CE5261880}" type="datetimeFigureOut">
              <a:rPr lang="en-TH" smtClean="0"/>
              <a:t>12/12/2025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89F6-1CF5-4A47-865F-A60C67A47A7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5395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CB8B5-9158-EC49-AEAF-A16CE5261880}" type="datetimeFigureOut">
              <a:rPr lang="en-TH" smtClean="0"/>
              <a:t>12/12/2025 R</a:t>
            </a:fld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89F6-1CF5-4A47-865F-A60C67A47A7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90401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CB8B5-9158-EC49-AEAF-A16CE5261880}" type="datetimeFigureOut">
              <a:rPr lang="en-TH" smtClean="0"/>
              <a:t>12/12/2025 R</a:t>
            </a:fld>
            <a:endParaRPr lang="en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89F6-1CF5-4A47-865F-A60C67A47A7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137800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CB8B5-9158-EC49-AEAF-A16CE5261880}" type="datetimeFigureOut">
              <a:rPr lang="en-TH" smtClean="0"/>
              <a:t>12/12/2025 R</a:t>
            </a:fld>
            <a:endParaRPr lang="en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89F6-1CF5-4A47-865F-A60C67A47A7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8493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CB8B5-9158-EC49-AEAF-A16CE5261880}" type="datetimeFigureOut">
              <a:rPr lang="en-TH" smtClean="0"/>
              <a:t>12/12/2025 R</a:t>
            </a:fld>
            <a:endParaRPr lang="en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89F6-1CF5-4A47-865F-A60C67A47A7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29111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CB8B5-9158-EC49-AEAF-A16CE5261880}" type="datetimeFigureOut">
              <a:rPr lang="en-TH" smtClean="0"/>
              <a:t>12/12/2025 R</a:t>
            </a:fld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89F6-1CF5-4A47-865F-A60C67A47A7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54420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CB8B5-9158-EC49-AEAF-A16CE5261880}" type="datetimeFigureOut">
              <a:rPr lang="en-TH" smtClean="0"/>
              <a:t>12/12/2025 R</a:t>
            </a:fld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89F6-1CF5-4A47-865F-A60C67A47A7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99255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CB8B5-9158-EC49-AEAF-A16CE5261880}" type="datetimeFigureOut">
              <a:rPr lang="en-TH" smtClean="0"/>
              <a:t>12/12/2025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89F6-1CF5-4A47-865F-A60C67A47A7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31289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CB8B5-9158-EC49-AEAF-A16CE5261880}" type="datetimeFigureOut">
              <a:rPr lang="en-TH" smtClean="0"/>
              <a:t>12/12/2025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589F6-1CF5-4A47-865F-A60C67A47A7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95594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CB8B5-9158-EC49-AEAF-A16CE5261880}" type="datetimeFigureOut">
              <a:rPr lang="en-TH" smtClean="0"/>
              <a:t>12/12/2025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589F6-1CF5-4A47-865F-A60C67A47A7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46039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51C798-7FD2-CAED-74BC-4B94658BDB34}"/>
              </a:ext>
            </a:extLst>
          </p:cNvPr>
          <p:cNvSpPr txBox="1"/>
          <p:nvPr/>
        </p:nvSpPr>
        <p:spPr>
          <a:xfrm>
            <a:off x="270510" y="114272"/>
            <a:ext cx="6423660" cy="1992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h-TH" sz="2400" b="1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ทดสอบเก็บคะแนนกลุ่ม เรื่อง กฎการอนุรักษ์พลังงาน </a:t>
            </a:r>
          </a:p>
          <a:p>
            <a:pPr>
              <a:lnSpc>
                <a:spcPct val="150000"/>
              </a:lnSpc>
            </a:pP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รายวิชา ฟิสิกส์ 2 รหัสวิชา ว31202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ทดสอบกลุ่ม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กลุ่มที่..................ชั้น ม...................</a:t>
            </a:r>
          </a:p>
          <a:p>
            <a:pPr algn="ctr">
              <a:lnSpc>
                <a:spcPct val="150000"/>
              </a:lnSpc>
            </a:pP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ขที่สมาชิกในกลุ่ม.................................................ผลรวมเลขที่สมาชิกในกลุ่ม...................ชื่อ-นามสกุลของนักเรียน.............................................................ชั้น…………เลขที่…......….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F63AA1-6979-A0B2-D3AA-2D3A2C8B0F75}"/>
              </a:ext>
            </a:extLst>
          </p:cNvPr>
          <p:cNvSpPr/>
          <p:nvPr/>
        </p:nvSpPr>
        <p:spPr>
          <a:xfrm>
            <a:off x="243840" y="2213312"/>
            <a:ext cx="6477000" cy="199285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ให้นักเรียนจดโจทย์ที่ครูสุ่มให้ในช่องนี้ </a:t>
            </a:r>
            <a:r>
              <a:rPr lang="en-US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th-TH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คะแนน</a:t>
            </a:r>
            <a:r>
              <a:rPr lang="en-US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algn="ctr"/>
            <a:endParaRPr lang="en-TH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AC0061-0DC7-56D9-6C68-C8E859FA8F7C}"/>
              </a:ext>
            </a:extLst>
          </p:cNvPr>
          <p:cNvSpPr/>
          <p:nvPr/>
        </p:nvSpPr>
        <p:spPr>
          <a:xfrm>
            <a:off x="243840" y="4206165"/>
            <a:ext cx="6477000" cy="441757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</a:t>
            </a:r>
            <a:r>
              <a:rPr lang="th-TH" b="1" u="sng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สูตรตั้งต้นที่ใช้ การแทนค่าที่ถูกต้อง </a:t>
            </a:r>
            <a:r>
              <a:rPr lang="th-TH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และการคำนวณหาคำตอบ </a:t>
            </a:r>
            <a:r>
              <a:rPr lang="en-US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(2 </a:t>
            </a:r>
            <a:r>
              <a:rPr lang="th-TH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คะแนน</a:t>
            </a:r>
            <a:r>
              <a:rPr lang="en-US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algn="ctr"/>
            <a:endParaRPr lang="th-TH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algn="ctr"/>
            <a:endParaRPr lang="th-TH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algn="ctr"/>
            <a:endParaRPr lang="th-TH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algn="ctr"/>
            <a:endParaRPr lang="en-TH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E3F99D-2531-673E-E9BE-4BEB81DEDD4E}"/>
              </a:ext>
            </a:extLst>
          </p:cNvPr>
          <p:cNvSpPr/>
          <p:nvPr/>
        </p:nvSpPr>
        <p:spPr>
          <a:xfrm>
            <a:off x="243840" y="8623738"/>
            <a:ext cx="6477000" cy="11679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ตอบ...........................................หน่วย.........................</a:t>
            </a:r>
          </a:p>
          <a:p>
            <a:pPr algn="ctr"/>
            <a:r>
              <a:rPr lang="th-TH" sz="20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*ตอบทศนิยม 2 ตำแหน่ง </a:t>
            </a:r>
            <a:r>
              <a:rPr lang="en-US" sz="20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(2 </a:t>
            </a:r>
            <a:r>
              <a:rPr lang="th-TH" sz="20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คะแนน</a:t>
            </a:r>
            <a:r>
              <a:rPr lang="en-US" sz="20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en-TH" sz="20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088979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639D0-B60D-901D-FD5E-93EFA61C6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FFD9D1-1F4E-2F47-3565-A06A69DD3EC4}"/>
              </a:ext>
            </a:extLst>
          </p:cNvPr>
          <p:cNvSpPr txBox="1"/>
          <p:nvPr/>
        </p:nvSpPr>
        <p:spPr>
          <a:xfrm>
            <a:off x="270510" y="114272"/>
            <a:ext cx="6423660" cy="153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h-TH" sz="2400" b="1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ทดสอบเก็บคะแนนเดี่ยว เรื่อง กฎการอนุรักษ์พลังงาน </a:t>
            </a:r>
          </a:p>
          <a:p>
            <a:pPr>
              <a:lnSpc>
                <a:spcPct val="150000"/>
              </a:lnSpc>
            </a:pP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รายวิชา ฟิสิกส์ 2 รหัสวิชา ว31202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ทดสอบเดี่ยว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กลุ่มที่..................ชั้น ม...................</a:t>
            </a:r>
          </a:p>
          <a:p>
            <a:pPr algn="ctr">
              <a:lnSpc>
                <a:spcPct val="150000"/>
              </a:lnSpc>
            </a:pP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ชื่อ-นามสกุลของนักเรียน.............................................................ชั้น…………เลขที่…......….…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E7E795-0D8A-CDA5-786B-201B90979DB3}"/>
              </a:ext>
            </a:extLst>
          </p:cNvPr>
          <p:cNvSpPr/>
          <p:nvPr/>
        </p:nvSpPr>
        <p:spPr>
          <a:xfrm>
            <a:off x="243840" y="1645460"/>
            <a:ext cx="6477000" cy="25607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ให้นักเรียนจดโจทย์ที่ครูสุ่มให้ในช่องนี้ </a:t>
            </a:r>
            <a:r>
              <a:rPr lang="en-US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th-TH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คะแนน</a:t>
            </a:r>
            <a:r>
              <a:rPr lang="en-US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algn="ctr"/>
            <a:endParaRPr lang="en-TH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9D6EB2-D9B6-BC5E-6269-B1421E8384A5}"/>
              </a:ext>
            </a:extLst>
          </p:cNvPr>
          <p:cNvSpPr/>
          <p:nvPr/>
        </p:nvSpPr>
        <p:spPr>
          <a:xfrm>
            <a:off x="243840" y="4206165"/>
            <a:ext cx="6477000" cy="441757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</a:t>
            </a:r>
            <a:r>
              <a:rPr lang="th-TH" b="1" u="sng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สูตรตั้งต้นที่ใช้ การแทนค่าที่ถูกต้อง </a:t>
            </a:r>
            <a:r>
              <a:rPr lang="th-TH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และการคำนวณหาคำตอบ </a:t>
            </a:r>
            <a:r>
              <a:rPr lang="en-US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(2 </a:t>
            </a:r>
            <a:r>
              <a:rPr lang="th-TH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คะแนน</a:t>
            </a:r>
            <a:r>
              <a:rPr lang="en-US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algn="ctr"/>
            <a:endParaRPr lang="th-TH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algn="ctr"/>
            <a:endParaRPr lang="th-TH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algn="ctr"/>
            <a:endParaRPr lang="th-TH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algn="ctr"/>
            <a:endParaRPr lang="en-TH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4275BC-DD1B-640F-710F-F6BAA56CC601}"/>
              </a:ext>
            </a:extLst>
          </p:cNvPr>
          <p:cNvSpPr/>
          <p:nvPr/>
        </p:nvSpPr>
        <p:spPr>
          <a:xfrm>
            <a:off x="243840" y="8623738"/>
            <a:ext cx="6477000" cy="11679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ตอบ...........................................หน่วย.........................</a:t>
            </a:r>
          </a:p>
          <a:p>
            <a:pPr algn="ctr"/>
            <a:r>
              <a:rPr lang="th-TH" sz="20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*ตอบทศนิยม 2 ตำแหน่ง </a:t>
            </a:r>
            <a:r>
              <a:rPr lang="en-US" sz="20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(2 </a:t>
            </a:r>
            <a:r>
              <a:rPr lang="th-TH" sz="20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คะแนน</a:t>
            </a:r>
            <a:r>
              <a:rPr lang="en-US" sz="20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en-TH" sz="20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75310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183</Words>
  <Application>Microsoft Macintosh PowerPoint</Application>
  <PresentationFormat>A4 Paper (210x297 mm)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TH Sarabun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Satit Office365</dc:creator>
  <cp:lastModifiedBy>Satit Office365</cp:lastModifiedBy>
  <cp:revision>3</cp:revision>
  <dcterms:created xsi:type="dcterms:W3CDTF">2025-11-23T07:13:59Z</dcterms:created>
  <dcterms:modified xsi:type="dcterms:W3CDTF">2025-12-11T22:53:55Z</dcterms:modified>
</cp:coreProperties>
</file>